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Aware Re-Identification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Tracking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Biometric Attendance Management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95728"/>
            <a:ext cx="4114800" cy="2743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14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Harshitha (N200373)  |  CH. Rajeswari (N200427)  |  B. Chethan (N200518)  |  SK. Akhil (N200145)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Y. Kalavathi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440740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0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Rajiv Gandhi University of Knowledge Technologies – Nuzvid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biometric attendance system integrating computer vision, deep learning, and a web-based interface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YOLOv11n person detection, BoT-SORT multi-object tracking, and InsightFace face recognition (512-D embeddings)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matching: adaptive session cache (threshold 0.50) + persistent enrollment database (threshold 0.45) via cosine similarity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Consensus-based identity locking reduces false positives; adaptive shadow updates improve in-session accuracy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Heartbeat-driven interval logging records precise entry/exit timestamps for each student every 10 seconds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web dashboard with live monitoring, session control, CSV export, and AI-generated narrative reports via Ollama Qwen2.5:1.5b (local — no cloud)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for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(manual rolls, RFID, fingerprint) cannot prevent proxy attendance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duration tracking — a student who leaves immediately is marked fully present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for faculty during a live session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face recognition suffers from identity switching due to pose, occlusion, and lighting variation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retrospective video processing or unknown person detection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eliminate manual effort, provide verifiable time-in-room records, and give faculty complete live visibility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 Attendance — automatic face-based tracking with entry/exit timestamps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Monitoring — employee presence and authorized-zone access tracking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&amp; Security — real-time detection and snapshot-logging of unknown individuals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Video Processing — retrospective attendance from pre-recorded lecture videos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Lab Access — movement tracking in restricted zones for compliance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Hall Monitoring — continuous presence verification with timestamped audit logs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Infrastructure — multi-section, multi-session deployment with structured analytics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Detection: HOG+SVM → R-CNN family (accurate but slow) → YOLO (real-time, single-stage)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Tracking: SORT (IoU-only, loses ID on occlusion) → DeepSORT → BoT-SORT (global motion compensation)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 ArcFace / InsightFace — 512-D embeddings, cosine similarity matching</a:t>
            </a:r>
            <a:endParaRPr lang="en-US" sz="13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Attendance Systems — key limitations:</a:t>
            </a:r>
            <a:endParaRPr lang="en-US" sz="1350" dirty="0"/>
          </a:p>
          <a:p>
            <a:pPr algn="l"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present/absent only — no duration intervals or mid-session analytics</a:t>
            </a:r>
            <a:endParaRPr lang="en-US" sz="1350" dirty="0"/>
          </a:p>
          <a:p>
            <a:pPr algn="l"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multi-frame consensus — single-frame noise causes misidentification</a:t>
            </a:r>
            <a:endParaRPr lang="en-US" sz="135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unknown person detection, no real-time web monitoring, no AI-driven reporting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SLMs: Qwen2.5:1.5b runs locally via Ollama — novel use for on-device session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2200" dirty="0"/>
          </a:p>
        </p:txBody>
      </p:sp>
      <p:pic>
        <p:nvPicPr>
          <p:cNvPr id="5" name="Image 0" descr="/Users/arch/Projects/MOT-Attendance/assets/Architecture_Fin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49808"/>
            <a:ext cx="85953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Detection: YOLOv11n — regional confidence thresholds (0.30 front zone, 0.15 rear zone)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BoT-SORT with Kalman filter; custom InsightFace Re-ID replaces built-in appearance features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 InsightFace Buffalo_L — session cache (0.50) → database fallback (0.45) via cosine similarity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Consensus: rolling 5-frame history; 1 cache hit or 2 DB hits required to lock identity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Interval Logging: every 10 s — atomically marks present/absent, opens/closes interval rows in SQLite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Shadow Updates: every 30 s — silently diversifies session cache embeddings in background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End: SLM worker reads telemetry log → Ollama Qwen2.5:1.5b generates Markdown narrative report on-device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Technologies, Libraries &amp; Dataset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9834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4124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Libraries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52144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— core language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YOLOv11n — person detection (~30 FPS on CPU)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(Buffalo_L) — ArcFace 512-D face embeddings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video capture, frame preprocessing, MJPEG encoding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6.0.2 — web dashboard and HTTP routing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(WAL mode) — concurrent attendance and interval storage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Qwen2.5:1.5b — local SLM for AI report generation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Pickle — embedding computation and persistence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marked.js — browser-side Markdown rendering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777240"/>
            <a:ext cx="33832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8412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Enrollment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23560" y="1152144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students enrolled in section CSE_1 via register_student.py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sessions conducted over the academic period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enrollment model — no fixed benchmark dataset used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 enrollment per student; embeddings persist across all sessions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2628" y="777240"/>
            <a:ext cx="20116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628" y="8321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2628" y="1289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28316" y="777240"/>
            <a:ext cx="20116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8316" y="8321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28316" y="1289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 Identity Lock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04004" y="777240"/>
            <a:ext cx="20116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4004" y="8321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04004" y="1289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Conducted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9692" y="777240"/>
            <a:ext cx="20116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9692" y="8321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FPS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79692" y="1289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Speed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1874520"/>
            <a:ext cx="81381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33/34 correctly identified — 1 false positive, 0 false negatives across 126 sessions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cosine similarity confidence: 0.62  |  Average presence duration per interval: 42.3 min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unknown persons detected and logged with snapshots  |  MP4 batch mode: ~24 FPS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operational modes: Live Dashboard, Session Report, MP4 Batch Processing, AI Narrative Report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system providing proxy prevention + duration tracking + real-time monitoring + AI reporting simultaneously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biometric attendance pipeline integrating detection, tracking, recognition, and web interface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+ BoT-SORT ensures consistent identity across frames even through occlusions and re-entries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InsightFace recognition with adaptive cache improves speed and accuracy across repeated sessions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Consensus-based locking significantly reduces false positives vs. single-frame approaches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interval logging enables time-in-room analytics not possible with conventional methods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orchestration generates on-device narrative reports — no cloud dependency, full data privacy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modern computer vision + system engineering yields a scalable, deployable attendance solution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integration with cross-camera re-identification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RTSP/IP camera support for compatibility with existing campus CCTV infrastructure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 and faculty login for the web dashboard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student enrollment UI — replace command-line register_student.py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for remote access and multi-institution scalability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push notifications for absence thresholds and unknown person alerts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 / anti-spoofing for high-stakes environments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SLM reporting: trend analysis, predictive absence flagging, PDF export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college ERP/LMS via REST API for automatic attendance submission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Aware Re-Identification and Tracking</dc:title>
  <dc:subject>PptxGenJS Presentation</dc:subject>
  <dc:creator>PptxGenJS</dc:creator>
  <cp:lastModifiedBy>PptxGenJS</cp:lastModifiedBy>
  <cp:revision>1</cp:revision>
  <dcterms:created xsi:type="dcterms:W3CDTF">2026-04-09T06:54:38Z</dcterms:created>
  <dcterms:modified xsi:type="dcterms:W3CDTF">2026-04-09T06:54:38Z</dcterms:modified>
</cp:coreProperties>
</file>